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EC71-A249-4608-8CC9-1725D858E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C2C07-C01E-4829-A346-A50A5E0BF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0734F-848E-4E66-9092-0DB8101C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77AAB-4343-41DF-80BC-DE0FE07D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02031-6E16-4FCA-982F-39157C03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781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8163-E346-40BB-873B-B3234597F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45708-B1D0-498D-BC3C-94EB34879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18912-4B00-442A-A5E2-B6697F044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423D-A424-482B-BA1B-B603DE22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5E47E-849F-4A1C-8739-C7B79102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558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4FB83-7289-4F88-831A-2272E35A9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F2BE2-AA41-4DD8-86C6-266E2AD1C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42C77-766D-44AD-95FF-22513C28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9ECD7-0A30-4A10-8899-66698337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DB23F-7BBC-4417-B26D-36F12D03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0539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C414-33B7-4BD3-98B3-AA37E929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1B98-4F97-442F-BE8F-E4DD51482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F853D-E3D5-4097-8476-54E5D4460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5B54A-BAD8-41FB-99C7-4D793EBA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77D3B-8642-455D-BF85-6F29D50E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807A8-5551-402E-95B3-84B3A01C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669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BB7A-6EC8-4436-8EED-94ADD6BA6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7CAB2-1B4E-4245-9808-67BC47A8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7163A-D9DB-4985-BAAD-92AC350C0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9B25F-5EB3-4F68-8808-3A72ECB99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A2EBB-32FE-438B-90F4-28412647F7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F434E-8DA5-498D-AF48-4B5887A2B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1ED467-3955-4891-9ACA-73305414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F0A665-5F53-4228-B670-86174202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1865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C4CD-B873-4362-89A3-3718EE8A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C2FD2-D910-4910-814C-6D1EA6AD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AA6E4E-07AF-40D4-9003-36701C38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0F463-609D-4036-B0EE-9A1E303D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4161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18DD2-E69F-4A77-9B3E-4009A1376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3A6D6-F3F3-48BB-B2AB-2522BD7A4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4FCFB-A184-4ACF-B5AA-122B6AA2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6986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79EE-880E-45BF-8CE6-B8950240C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1E151-6EC0-4AFB-846E-377527F1C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6A8FC-6628-446A-BFD3-D5879A0A0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C4A66-ECF3-416D-A588-87140B44A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66F1A-8909-4BAC-AB16-54539466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A2BE9-81BD-4648-92C6-CC4AC71B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1526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6E2B-94CA-4AF7-AAFE-1151B5D6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328BA-F99D-41FC-A573-A8523AA4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D5EA7-0970-4B06-BE07-BBC920C3E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4AE61-1838-4BFE-AE39-A56C147D6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5FA30-CD88-4C88-8E9F-EC18CA8E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D6B32-E1CD-4234-9AAE-4FA0B5CA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712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28306-5F7C-45AC-8F16-70733843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06867-FE2A-43A8-90A6-B2BFA9949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502A9-2ADD-4CF6-A55E-D43A4FE4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72154-8CA0-4121-8CD7-B13E3AA9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56B54-3675-460B-BDB8-FCC109F4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775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7E8E0-1B74-4F5F-97D3-88173B2E8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C8376-426B-4A78-A06B-76D8D4032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E4ECE-F402-4154-BEE1-C36850C6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99B8E-4B2C-4559-A7C2-481A0418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F63AD-B439-444F-91E5-B58FDCD6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782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E2F41-F3DA-4D88-983A-68935A4E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C83C0-02D5-4BD4-BB2D-F044ADFC1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6F49A-F29A-442F-928C-09370187B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F0481-5317-4126-A733-6DB0AA24DC23}" type="datetimeFigureOut">
              <a:rPr lang="th-TH" smtClean="0"/>
              <a:t>29/05/64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08624-8702-4B52-BA2B-46CDA5E74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7344F-96B0-4C00-84FC-50E4D1293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3C086-81EE-4E8B-A5BE-9CC2D8DFD58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4904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ไม่มีคำอธิบาย">
            <a:extLst>
              <a:ext uri="{FF2B5EF4-FFF2-40B4-BE49-F238E27FC236}">
                <a16:creationId xmlns:a16="http://schemas.microsoft.com/office/drawing/2014/main" id="{E1CE2157-4146-4E99-94CA-32DB56469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900788" y="-1602125"/>
            <a:ext cx="3286871" cy="674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849B40-7D8C-4E7F-91B5-D86FC16677E1}"/>
              </a:ext>
            </a:extLst>
          </p:cNvPr>
          <p:cNvSpPr/>
          <p:nvPr/>
        </p:nvSpPr>
        <p:spPr>
          <a:xfrm>
            <a:off x="4095262" y="5564555"/>
            <a:ext cx="5302737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5F829C-D88E-4BAF-9C7C-CC6F1EAED294}"/>
              </a:ext>
            </a:extLst>
          </p:cNvPr>
          <p:cNvSpPr/>
          <p:nvPr/>
        </p:nvSpPr>
        <p:spPr>
          <a:xfrm>
            <a:off x="4423507" y="5759939"/>
            <a:ext cx="178191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STM32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61C670-5CE6-45B8-8CCB-ED65F654B86F}"/>
              </a:ext>
            </a:extLst>
          </p:cNvPr>
          <p:cNvSpPr/>
          <p:nvPr/>
        </p:nvSpPr>
        <p:spPr>
          <a:xfrm>
            <a:off x="6822829" y="5759939"/>
            <a:ext cx="2223477" cy="5705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ระบบขับเคลื่อนล้อ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ADF34E-BC90-4C52-9CAF-16F35C50FCD3}"/>
              </a:ext>
            </a:extLst>
          </p:cNvPr>
          <p:cNvSpPr/>
          <p:nvPr/>
        </p:nvSpPr>
        <p:spPr>
          <a:xfrm>
            <a:off x="6885154" y="2066925"/>
            <a:ext cx="404812" cy="407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174DC-57A4-462C-8C6E-2C85EF92AC30}"/>
              </a:ext>
            </a:extLst>
          </p:cNvPr>
          <p:cNvSpPr/>
          <p:nvPr/>
        </p:nvSpPr>
        <p:spPr>
          <a:xfrm>
            <a:off x="4863905" y="4509454"/>
            <a:ext cx="366024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NUC .102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26EF3-D42B-4652-81B6-24FDCB7BB686}"/>
              </a:ext>
            </a:extLst>
          </p:cNvPr>
          <p:cNvSpPr txBox="1"/>
          <p:nvPr/>
        </p:nvSpPr>
        <p:spPr>
          <a:xfrm>
            <a:off x="3390900" y="5041129"/>
            <a:ext cx="7475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Can bus X-&gt; right, Y-&gt;forward, Z</a:t>
            </a:r>
            <a:endParaRPr lang="th-TH" dirty="0">
              <a:solidFill>
                <a:srgbClr val="00B05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9428DA-6D42-4175-AF96-95944CE541E4}"/>
              </a:ext>
            </a:extLst>
          </p:cNvPr>
          <p:cNvSpPr/>
          <p:nvPr/>
        </p:nvSpPr>
        <p:spPr>
          <a:xfrm>
            <a:off x="2006405" y="4504775"/>
            <a:ext cx="178191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GNSS</a:t>
            </a:r>
            <a:endParaRPr lang="th-T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BC2F5-2A0D-4A8B-A7B9-A35ABD1017FA}"/>
              </a:ext>
            </a:extLst>
          </p:cNvPr>
          <p:cNvSpPr txBox="1"/>
          <p:nvPr/>
        </p:nvSpPr>
        <p:spPr>
          <a:xfrm>
            <a:off x="3301220" y="4511445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usb</a:t>
            </a:r>
            <a:endParaRPr lang="th-TH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6F7F3D-0E0C-45F7-A0EE-4D0533E31D31}"/>
              </a:ext>
            </a:extLst>
          </p:cNvPr>
          <p:cNvSpPr/>
          <p:nvPr/>
        </p:nvSpPr>
        <p:spPr>
          <a:xfrm>
            <a:off x="9497252" y="4504775"/>
            <a:ext cx="178191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Lidar</a:t>
            </a:r>
            <a:endParaRPr lang="th-TH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3E2904-8F35-4C73-B7EC-7A7445AFD3CD}"/>
              </a:ext>
            </a:extLst>
          </p:cNvPr>
          <p:cNvSpPr txBox="1"/>
          <p:nvPr/>
        </p:nvSpPr>
        <p:spPr>
          <a:xfrm>
            <a:off x="7934567" y="4517806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lan</a:t>
            </a:r>
            <a:endParaRPr lang="th-TH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534D69-EBE6-43F2-8926-88CDF81EAB5F}"/>
              </a:ext>
            </a:extLst>
          </p:cNvPr>
          <p:cNvSpPr/>
          <p:nvPr/>
        </p:nvSpPr>
        <p:spPr>
          <a:xfrm>
            <a:off x="5653269" y="3520268"/>
            <a:ext cx="178191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</a:t>
            </a:r>
            <a:endParaRPr lang="th-TH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1D6AF3-1632-4FB8-9B14-7E678DCE8AEF}"/>
              </a:ext>
            </a:extLst>
          </p:cNvPr>
          <p:cNvSpPr txBox="1"/>
          <p:nvPr/>
        </p:nvSpPr>
        <p:spPr>
          <a:xfrm>
            <a:off x="5669135" y="4052460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usb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6576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ไม่มีคำอธิบาย">
            <a:extLst>
              <a:ext uri="{FF2B5EF4-FFF2-40B4-BE49-F238E27FC236}">
                <a16:creationId xmlns:a16="http://schemas.microsoft.com/office/drawing/2014/main" id="{77BB2824-696F-4F10-B04B-E8DE47A41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818" y="997445"/>
            <a:ext cx="8308364" cy="486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E08E41-342B-49B1-8863-8E81B7A71646}"/>
              </a:ext>
            </a:extLst>
          </p:cNvPr>
          <p:cNvSpPr/>
          <p:nvPr/>
        </p:nvSpPr>
        <p:spPr>
          <a:xfrm>
            <a:off x="2625969" y="1099045"/>
            <a:ext cx="719796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331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B4A207-6838-4628-9D1E-89ACC7D3F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410" y="0"/>
            <a:ext cx="51411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3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8EAF66-8CC4-4476-AC9E-0AE0B10808EA}"/>
              </a:ext>
            </a:extLst>
          </p:cNvPr>
          <p:cNvSpPr/>
          <p:nvPr/>
        </p:nvSpPr>
        <p:spPr>
          <a:xfrm>
            <a:off x="4863905" y="4919371"/>
            <a:ext cx="366024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Slave NUC .102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B1818-317A-45B6-A093-163C1A904B4E}"/>
              </a:ext>
            </a:extLst>
          </p:cNvPr>
          <p:cNvSpPr/>
          <p:nvPr/>
        </p:nvSpPr>
        <p:spPr>
          <a:xfrm>
            <a:off x="4863905" y="1871371"/>
            <a:ext cx="366024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</a:t>
            </a:r>
            <a:r>
              <a:rPr lang="en-US" dirty="0" err="1"/>
              <a:t>mapviz</a:t>
            </a:r>
            <a:r>
              <a:rPr lang="en-US" dirty="0"/>
              <a:t> .111</a:t>
            </a:r>
            <a:endParaRPr lang="th-TH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7CAED6B-1672-493E-83FA-97A0A21CC554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6694025" y="2395003"/>
            <a:ext cx="0" cy="25243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EF229A-97D2-4A35-9F4A-9BAA342CFA43}"/>
              </a:ext>
            </a:extLst>
          </p:cNvPr>
          <p:cNvSpPr txBox="1"/>
          <p:nvPr/>
        </p:nvSpPr>
        <p:spPr>
          <a:xfrm>
            <a:off x="4644245" y="4406201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position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4A8B6-5071-49FC-A4A4-D95AE6FD5269}"/>
              </a:ext>
            </a:extLst>
          </p:cNvPr>
          <p:cNvSpPr txBox="1"/>
          <p:nvPr/>
        </p:nvSpPr>
        <p:spPr>
          <a:xfrm>
            <a:off x="6652482" y="2395415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waypoint</a:t>
            </a:r>
            <a:endParaRPr lang="th-T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E7404C-ED19-4A32-A873-B77E123008A8}"/>
              </a:ext>
            </a:extLst>
          </p:cNvPr>
          <p:cNvSpPr/>
          <p:nvPr/>
        </p:nvSpPr>
        <p:spPr>
          <a:xfrm>
            <a:off x="2004350" y="4929421"/>
            <a:ext cx="178191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  <a:endParaRPr lang="th-T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C8A0-1B6D-4C13-9C27-10DB980AE01B}"/>
              </a:ext>
            </a:extLst>
          </p:cNvPr>
          <p:cNvSpPr txBox="1"/>
          <p:nvPr/>
        </p:nvSpPr>
        <p:spPr>
          <a:xfrm>
            <a:off x="3282611" y="4929833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00B050"/>
                </a:solidFill>
              </a:rPr>
              <a:t>usb</a:t>
            </a:r>
            <a:endParaRPr lang="th-TH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1404F-B49A-4937-B8CB-F8EB10317F98}"/>
              </a:ext>
            </a:extLst>
          </p:cNvPr>
          <p:cNvSpPr txBox="1"/>
          <p:nvPr/>
        </p:nvSpPr>
        <p:spPr>
          <a:xfrm>
            <a:off x="6652482" y="3095635"/>
            <a:ext cx="3834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ROS bridge </a:t>
            </a:r>
            <a:r>
              <a:rPr lang="en-US" dirty="0" err="1">
                <a:solidFill>
                  <a:srgbClr val="00B0F0"/>
                </a:solidFill>
              </a:rPr>
              <a:t>wifi</a:t>
            </a:r>
            <a:endParaRPr lang="th-TH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C37DD-A9C6-4834-88C0-775D4CE864B3}"/>
              </a:ext>
            </a:extLst>
          </p:cNvPr>
          <p:cNvSpPr txBox="1"/>
          <p:nvPr/>
        </p:nvSpPr>
        <p:spPr>
          <a:xfrm>
            <a:off x="6652482" y="2745525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stop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95674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B85A22-36BC-4D5F-865E-DCC068DF7B67}"/>
              </a:ext>
            </a:extLst>
          </p:cNvPr>
          <p:cNvSpPr/>
          <p:nvPr/>
        </p:nvSpPr>
        <p:spPr>
          <a:xfrm>
            <a:off x="4863905" y="4707574"/>
            <a:ext cx="366024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selfdriving</a:t>
            </a:r>
            <a:r>
              <a:rPr lang="en-US" dirty="0"/>
              <a:t> NUC</a:t>
            </a:r>
            <a:endParaRPr lang="th-T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57811C-48F8-404E-832B-058DBA12B407}"/>
              </a:ext>
            </a:extLst>
          </p:cNvPr>
          <p:cNvSpPr/>
          <p:nvPr/>
        </p:nvSpPr>
        <p:spPr>
          <a:xfrm>
            <a:off x="4863905" y="1659574"/>
            <a:ext cx="3660240" cy="5236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mapviz</a:t>
            </a:r>
            <a:endParaRPr lang="th-TH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57BBA7-556D-4E13-B72D-E82BB1A010ED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6694025" y="2183206"/>
            <a:ext cx="0" cy="25243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2C87032-9EBC-41EB-9783-DE1159C27A9B}"/>
              </a:ext>
            </a:extLst>
          </p:cNvPr>
          <p:cNvSpPr txBox="1"/>
          <p:nvPr/>
        </p:nvSpPr>
        <p:spPr>
          <a:xfrm>
            <a:off x="4644245" y="4194404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position</a:t>
            </a:r>
            <a:endParaRPr lang="th-T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401DF-5FC5-4C16-B39C-0EE972E52E24}"/>
              </a:ext>
            </a:extLst>
          </p:cNvPr>
          <p:cNvSpPr txBox="1"/>
          <p:nvPr/>
        </p:nvSpPr>
        <p:spPr>
          <a:xfrm>
            <a:off x="6652482" y="2183618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waypoint</a:t>
            </a:r>
            <a:endParaRPr lang="th-T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4D01B-792B-4F77-8AC7-328E31326AB3}"/>
              </a:ext>
            </a:extLst>
          </p:cNvPr>
          <p:cNvSpPr txBox="1"/>
          <p:nvPr/>
        </p:nvSpPr>
        <p:spPr>
          <a:xfrm>
            <a:off x="6474365" y="2883838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ROS bridge</a:t>
            </a:r>
            <a:endParaRPr lang="th-TH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1851D4-1B4B-4B09-B18E-57F171D7AE26}"/>
              </a:ext>
            </a:extLst>
          </p:cNvPr>
          <p:cNvSpPr txBox="1"/>
          <p:nvPr/>
        </p:nvSpPr>
        <p:spPr>
          <a:xfrm>
            <a:off x="6652482" y="2533728"/>
            <a:ext cx="2049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stop</a:t>
            </a:r>
            <a:endParaRPr lang="th-TH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17673-EAA6-4F7A-9493-7390A7BAE042}"/>
              </a:ext>
            </a:extLst>
          </p:cNvPr>
          <p:cNvSpPr txBox="1"/>
          <p:nvPr/>
        </p:nvSpPr>
        <p:spPr>
          <a:xfrm>
            <a:off x="2914872" y="5271277"/>
            <a:ext cx="7475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Can bus X-&gt; right, Y-&gt;forward, Z-&gt; </a:t>
            </a:r>
            <a:r>
              <a:rPr lang="en-US" dirty="0" err="1">
                <a:solidFill>
                  <a:srgbClr val="00B050"/>
                </a:solidFill>
              </a:rPr>
              <a:t>XtoY</a:t>
            </a:r>
            <a:endParaRPr lang="th-T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74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WANARUT BOONYUNG</dc:creator>
  <cp:lastModifiedBy>WANARUT BOONYUNG</cp:lastModifiedBy>
  <cp:revision>17</cp:revision>
  <dcterms:created xsi:type="dcterms:W3CDTF">2021-05-29T12:05:00Z</dcterms:created>
  <dcterms:modified xsi:type="dcterms:W3CDTF">2021-05-29T13:56:07Z</dcterms:modified>
</cp:coreProperties>
</file>